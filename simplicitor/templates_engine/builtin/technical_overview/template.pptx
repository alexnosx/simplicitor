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286000"/>
            <a:ext cx="9966960" cy="1554480"/>
          </a:xfrm>
        </p:spPr>
        <p:txBody>
          <a:bodyPr/>
          <a:lstStyle>
            <a:lvl1pPr algn="ctr">
              <a:defRPr sz="4400" b="1">
                <a:solidFill>
                  <a:srgbClr val="5BC8FF"/>
                </a:solidFill>
                <a:latin typeface="Segoe U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3977639"/>
            <a:ext cx="9966960" cy="1005840"/>
          </a:xfrm>
        </p:spPr>
        <p:txBody>
          <a:bodyPr/>
          <a:lstStyle>
            <a:lvl1pPr algn="ctr">
              <a:buNone/>
              <a:defRPr sz="2200">
                <a:solidFill>
                  <a:srgbClr val="9DB4D4"/>
                </a:solidFill>
                <a:latin typeface="Segoe UI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698480" cy="1005840"/>
          </a:xfrm>
        </p:spPr>
        <p:txBody>
          <a:bodyPr/>
          <a:lstStyle>
            <a:lvl1pPr algn="l">
              <a:defRPr sz="3400" b="1">
                <a:solidFill>
                  <a:srgbClr val="5BC8FF"/>
                </a:solidFill>
                <a:latin typeface="Segoe U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/>
          <a:lstStyle>
            <a:lvl1pPr>
              <a:defRPr sz="2000">
                <a:solidFill>
                  <a:srgbClr val="E2E8F2"/>
                </a:solidFill>
                <a:latin typeface="Segoe U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10698480" cy="1005840"/>
          </a:xfrm>
        </p:spPr>
        <p:txBody>
          <a:bodyPr anchor="t"/>
          <a:lstStyle>
            <a:lvl1pPr algn="l">
              <a:defRPr sz="3400" b="1">
                <a:solidFill>
                  <a:srgbClr val="5BC8FF"/>
                </a:solidFill>
                <a:latin typeface="Segoe U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783080"/>
            <a:ext cx="10515600" cy="4480560"/>
          </a:xfrm>
        </p:spPr>
        <p:txBody>
          <a:bodyPr anchor="b"/>
          <a:lstStyle>
            <a:lvl1pPr>
              <a:defRPr sz="2000">
                <a:solidFill>
                  <a:srgbClr val="E2E8F2"/>
                </a:solidFill>
                <a:latin typeface="Segoe U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