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7"/>
  </p:notesMasterIdLst>
  <p:sldIdLst/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DEA"/>
    <a:srgbClr val="DD87A6"/>
    <a:srgbClr val="BA2D1C"/>
    <a:srgbClr val="EAB05C"/>
    <a:srgbClr val="FFE4BD"/>
    <a:srgbClr val="CB8E3D"/>
    <a:srgbClr val="FFF0D5"/>
    <a:srgbClr val="047D9E"/>
    <a:srgbClr val="06ACDC"/>
    <a:srgbClr val="FFE7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35" d="100"/>
          <a:sy n="135" d="100"/>
        </p:scale>
        <p:origin x="20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9/18/2022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0" y="2877160"/>
            <a:ext cx="4114800" cy="1679755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5104" y="3786713"/>
            <a:ext cx="7940659" cy="770201"/>
          </a:xfrm>
        </p:spPr>
        <p:txBody>
          <a:bodyPr>
            <a:normAutofit/>
          </a:bodyPr>
          <a:lstStyle>
            <a:lvl1pPr marL="0" indent="0" algn="l">
              <a:buNone/>
              <a:defRPr sz="2800" b="0" i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1175"/>
            <a:ext cx="8286617" cy="1095012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6187"/>
            <a:ext cx="8286617" cy="3349214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4130" y="281175"/>
            <a:ext cx="6236768" cy="1012017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4130" y="1293192"/>
            <a:ext cx="6236768" cy="3410190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880" y="215608"/>
            <a:ext cx="8075311" cy="1134502"/>
          </a:xfrm>
        </p:spPr>
        <p:txBody>
          <a:bodyPr>
            <a:normAutofit/>
          </a:bodyPr>
          <a:lstStyle>
            <a:lvl1pPr algn="r">
              <a:defRPr sz="3600" u="none" baseline="0"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809" y="1502816"/>
            <a:ext cx="4040188" cy="568644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80" y="2071459"/>
            <a:ext cx="4035120" cy="2427818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502815"/>
            <a:ext cx="4041775" cy="568643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1" y="2071458"/>
            <a:ext cx="4041775" cy="2427819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9/18/2022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Microsoft Office PowerPoint</Application>
  <PresentationFormat>On-screen Show (16:9)</PresentationFormat>
  <Paragraphs>22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Click to edit  Master title style</vt:lpstr>
      <vt:lpstr>Slide Title</vt:lpstr>
      <vt:lpstr>Slide Title</vt:lpstr>
      <vt:lpstr>Slide 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2017-08-01T15:40:51Z</dcterms:created>
  <dcterms:modified xsi:type="dcterms:W3CDTF">2022-09-18T17:55:54Z</dcterms:modified>
</cp:coreProperties>
</file>