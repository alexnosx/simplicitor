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1" r:id="rId2"/>
    <p:sldMasterId id="2147483653" r:id="rId3"/>
  </p:sldMasterIdLst>
  <p:notesMasterIdLst>
    <p:notesMasterId r:id="rId40"/>
  </p:notesMasterIdLst>
  <p:sldIdLst/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A7BD"/>
    <a:srgbClr val="69B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316" autoAdjust="0"/>
    <p:restoredTop sz="96196" autoAdjust="0"/>
  </p:normalViewPr>
  <p:slideViewPr>
    <p:cSldViewPr>
      <p:cViewPr varScale="1">
        <p:scale>
          <a:sx n="145" d="100"/>
          <a:sy n="145" d="100"/>
        </p:scale>
        <p:origin x="1590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428EB-F3A7-4A96-BB1D-43FE156CDB2B}" type="datetimeFigureOut">
              <a:rPr lang="ko-KR" altLang="en-US" smtClean="0"/>
              <a:t>2018-07-17</a:t>
            </a:fld>
            <a:endParaRPr lang="ko-KR" alt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F3882-DEFD-4E72-8E13-72C60FD89A1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6706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879812" y="1923678"/>
            <a:ext cx="3384376" cy="104824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600" b="1" baseline="0">
                <a:solidFill>
                  <a:schemeClr val="accent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sz="3600" dirty="0">
                <a:ea typeface="맑은 고딕" pitchFamily="50" charset="-127"/>
              </a:rPr>
              <a:t>FREE PPT TEMPLATES</a:t>
            </a:r>
            <a:endParaRPr lang="en-US" altLang="ko-KR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879664" y="3003798"/>
            <a:ext cx="3384376" cy="481178"/>
          </a:xfrm>
          <a:prstGeom prst="rect">
            <a:avLst/>
          </a:prstGeom>
        </p:spPr>
        <p:txBody>
          <a:bodyPr anchor="ctr"/>
          <a:lstStyle>
            <a:lvl1pPr mar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baseline="0">
                <a:solidFill>
                  <a:schemeClr val="accent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INSTERT THE TITLE OF YOUR </a:t>
            </a:r>
          </a:p>
          <a:p>
            <a:pPr lvl="0"/>
            <a:r>
              <a:rPr lang="en-US" altLang="ko-KR" dirty="0"/>
              <a:t>PRESENTATION HERE</a:t>
            </a:r>
            <a:endParaRPr lang="ko-KR" altLang="en-US" dirty="0"/>
          </a:p>
        </p:txBody>
      </p:sp>
      <p:sp>
        <p:nvSpPr>
          <p:cNvPr id="3" name="Oval 2"/>
          <p:cNvSpPr/>
          <p:nvPr userDrawn="1"/>
        </p:nvSpPr>
        <p:spPr>
          <a:xfrm>
            <a:off x="2979198" y="996200"/>
            <a:ext cx="3240360" cy="3240360"/>
          </a:xfrm>
          <a:prstGeom prst="ellipse">
            <a:avLst/>
          </a:prstGeom>
          <a:noFill/>
          <a:ln w="158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736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Layout">
    <p:bg>
      <p:bgPr>
        <a:solidFill>
          <a:srgbClr val="57A7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3775634"/>
            <a:ext cx="9144000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Thank you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-148" y="4351698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pic>
        <p:nvPicPr>
          <p:cNvPr id="4" name="Picture 2" descr="G:\002-KIMS BUSINESS\007-02-Googleslidesppt\02-GSppt-Contents-Kim\20170429\02-\item01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5165" y="357831"/>
            <a:ext cx="3101574" cy="3419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3"/>
          <p:cNvSpPr/>
          <p:nvPr userDrawn="1"/>
        </p:nvSpPr>
        <p:spPr>
          <a:xfrm rot="2539017">
            <a:off x="-150396" y="312859"/>
            <a:ext cx="1311499" cy="276834"/>
          </a:xfrm>
          <a:custGeom>
            <a:avLst/>
            <a:gdLst/>
            <a:ahLst/>
            <a:cxnLst/>
            <a:rect l="l" t="t" r="r" b="b"/>
            <a:pathLst>
              <a:path w="1311499" h="276834">
                <a:moveTo>
                  <a:pt x="0" y="168822"/>
                </a:moveTo>
                <a:lnTo>
                  <a:pt x="1257493" y="168822"/>
                </a:lnTo>
                <a:cubicBezTo>
                  <a:pt x="1287320" y="168822"/>
                  <a:pt x="1311499" y="193001"/>
                  <a:pt x="1311499" y="222828"/>
                </a:cubicBezTo>
                <a:cubicBezTo>
                  <a:pt x="1311499" y="252655"/>
                  <a:pt x="1287320" y="276834"/>
                  <a:pt x="1257493" y="276834"/>
                </a:cubicBezTo>
                <a:lnTo>
                  <a:pt x="98341" y="276834"/>
                </a:lnTo>
                <a:close/>
                <a:moveTo>
                  <a:pt x="13263" y="108012"/>
                </a:moveTo>
                <a:lnTo>
                  <a:pt x="131896" y="0"/>
                </a:lnTo>
                <a:lnTo>
                  <a:pt x="990679" y="0"/>
                </a:lnTo>
                <a:cubicBezTo>
                  <a:pt x="1020506" y="0"/>
                  <a:pt x="1044685" y="24179"/>
                  <a:pt x="1044685" y="54006"/>
                </a:cubicBezTo>
                <a:cubicBezTo>
                  <a:pt x="1044685" y="83833"/>
                  <a:pt x="1020506" y="108012"/>
                  <a:pt x="990679" y="108012"/>
                </a:cubicBezTo>
                <a:close/>
              </a:path>
            </a:pathLst>
          </a:custGeom>
          <a:solidFill>
            <a:schemeClr val="bg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7"/>
          <p:cNvSpPr/>
          <p:nvPr userDrawn="1"/>
        </p:nvSpPr>
        <p:spPr>
          <a:xfrm rot="2539017">
            <a:off x="7980742" y="4555158"/>
            <a:ext cx="1313980" cy="276835"/>
          </a:xfrm>
          <a:custGeom>
            <a:avLst/>
            <a:gdLst/>
            <a:ahLst/>
            <a:cxnLst/>
            <a:rect l="l" t="t" r="r" b="b"/>
            <a:pathLst>
              <a:path w="1313980" h="276835">
                <a:moveTo>
                  <a:pt x="282631" y="184641"/>
                </a:moveTo>
                <a:cubicBezTo>
                  <a:pt x="292404" y="174868"/>
                  <a:pt x="305907" y="168823"/>
                  <a:pt x="320820" y="168822"/>
                </a:cubicBezTo>
                <a:lnTo>
                  <a:pt x="1281494" y="168822"/>
                </a:lnTo>
                <a:lnTo>
                  <a:pt x="1162861" y="276834"/>
                </a:lnTo>
                <a:lnTo>
                  <a:pt x="320820" y="276835"/>
                </a:lnTo>
                <a:cubicBezTo>
                  <a:pt x="290992" y="276835"/>
                  <a:pt x="266814" y="252656"/>
                  <a:pt x="266814" y="222829"/>
                </a:cubicBezTo>
                <a:cubicBezTo>
                  <a:pt x="266814" y="207915"/>
                  <a:pt x="272859" y="194413"/>
                  <a:pt x="282631" y="184641"/>
                </a:cubicBezTo>
                <a:close/>
                <a:moveTo>
                  <a:pt x="15817" y="15819"/>
                </a:moveTo>
                <a:cubicBezTo>
                  <a:pt x="25590" y="6046"/>
                  <a:pt x="39091" y="1"/>
                  <a:pt x="54005" y="1"/>
                </a:cubicBezTo>
                <a:lnTo>
                  <a:pt x="1215638" y="0"/>
                </a:lnTo>
                <a:lnTo>
                  <a:pt x="1313980" y="108013"/>
                </a:lnTo>
                <a:lnTo>
                  <a:pt x="54005" y="108013"/>
                </a:lnTo>
                <a:cubicBezTo>
                  <a:pt x="24178" y="108013"/>
                  <a:pt x="0" y="83834"/>
                  <a:pt x="0" y="54007"/>
                </a:cubicBezTo>
                <a:cubicBezTo>
                  <a:pt x="0" y="39093"/>
                  <a:pt x="6044" y="25592"/>
                  <a:pt x="15817" y="15819"/>
                </a:cubicBezTo>
                <a:close/>
              </a:path>
            </a:pathLst>
          </a:cu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477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nd Slide Layout">
    <p:bg>
      <p:bgPr>
        <a:solidFill>
          <a:srgbClr val="57A7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3"/>
          <p:cNvSpPr/>
          <p:nvPr userDrawn="1"/>
        </p:nvSpPr>
        <p:spPr>
          <a:xfrm rot="2539017">
            <a:off x="-150396" y="312859"/>
            <a:ext cx="1311499" cy="276834"/>
          </a:xfrm>
          <a:custGeom>
            <a:avLst/>
            <a:gdLst/>
            <a:ahLst/>
            <a:cxnLst/>
            <a:rect l="l" t="t" r="r" b="b"/>
            <a:pathLst>
              <a:path w="1311499" h="276834">
                <a:moveTo>
                  <a:pt x="0" y="168822"/>
                </a:moveTo>
                <a:lnTo>
                  <a:pt x="1257493" y="168822"/>
                </a:lnTo>
                <a:cubicBezTo>
                  <a:pt x="1287320" y="168822"/>
                  <a:pt x="1311499" y="193001"/>
                  <a:pt x="1311499" y="222828"/>
                </a:cubicBezTo>
                <a:cubicBezTo>
                  <a:pt x="1311499" y="252655"/>
                  <a:pt x="1287320" y="276834"/>
                  <a:pt x="1257493" y="276834"/>
                </a:cubicBezTo>
                <a:lnTo>
                  <a:pt x="98341" y="276834"/>
                </a:lnTo>
                <a:close/>
                <a:moveTo>
                  <a:pt x="13263" y="108012"/>
                </a:moveTo>
                <a:lnTo>
                  <a:pt x="131896" y="0"/>
                </a:lnTo>
                <a:lnTo>
                  <a:pt x="990679" y="0"/>
                </a:lnTo>
                <a:cubicBezTo>
                  <a:pt x="1020506" y="0"/>
                  <a:pt x="1044685" y="24179"/>
                  <a:pt x="1044685" y="54006"/>
                </a:cubicBezTo>
                <a:cubicBezTo>
                  <a:pt x="1044685" y="83833"/>
                  <a:pt x="1020506" y="108012"/>
                  <a:pt x="990679" y="108012"/>
                </a:cubicBezTo>
                <a:close/>
              </a:path>
            </a:pathLst>
          </a:custGeom>
          <a:solidFill>
            <a:schemeClr val="bg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7"/>
          <p:cNvSpPr/>
          <p:nvPr userDrawn="1"/>
        </p:nvSpPr>
        <p:spPr>
          <a:xfrm rot="2539017">
            <a:off x="7980742" y="4555158"/>
            <a:ext cx="1313980" cy="276835"/>
          </a:xfrm>
          <a:custGeom>
            <a:avLst/>
            <a:gdLst/>
            <a:ahLst/>
            <a:cxnLst/>
            <a:rect l="l" t="t" r="r" b="b"/>
            <a:pathLst>
              <a:path w="1313980" h="276835">
                <a:moveTo>
                  <a:pt x="282631" y="184641"/>
                </a:moveTo>
                <a:cubicBezTo>
                  <a:pt x="292404" y="174868"/>
                  <a:pt x="305907" y="168823"/>
                  <a:pt x="320820" y="168822"/>
                </a:cubicBezTo>
                <a:lnTo>
                  <a:pt x="1281494" y="168822"/>
                </a:lnTo>
                <a:lnTo>
                  <a:pt x="1162861" y="276834"/>
                </a:lnTo>
                <a:lnTo>
                  <a:pt x="320820" y="276835"/>
                </a:lnTo>
                <a:cubicBezTo>
                  <a:pt x="290992" y="276835"/>
                  <a:pt x="266814" y="252656"/>
                  <a:pt x="266814" y="222829"/>
                </a:cubicBezTo>
                <a:cubicBezTo>
                  <a:pt x="266814" y="207915"/>
                  <a:pt x="272859" y="194413"/>
                  <a:pt x="282631" y="184641"/>
                </a:cubicBezTo>
                <a:close/>
                <a:moveTo>
                  <a:pt x="15817" y="15819"/>
                </a:moveTo>
                <a:cubicBezTo>
                  <a:pt x="25590" y="6046"/>
                  <a:pt x="39091" y="1"/>
                  <a:pt x="54005" y="1"/>
                </a:cubicBezTo>
                <a:lnTo>
                  <a:pt x="1215638" y="0"/>
                </a:lnTo>
                <a:lnTo>
                  <a:pt x="1313980" y="108013"/>
                </a:lnTo>
                <a:lnTo>
                  <a:pt x="54005" y="108013"/>
                </a:lnTo>
                <a:cubicBezTo>
                  <a:pt x="24178" y="108013"/>
                  <a:pt x="0" y="83834"/>
                  <a:pt x="0" y="54007"/>
                </a:cubicBezTo>
                <a:cubicBezTo>
                  <a:pt x="0" y="39093"/>
                  <a:pt x="6044" y="25592"/>
                  <a:pt x="15817" y="15819"/>
                </a:cubicBezTo>
                <a:close/>
              </a:path>
            </a:pathLst>
          </a:cu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2691166" y="319499"/>
            <a:ext cx="4378671" cy="4443349"/>
            <a:chOff x="2987824" y="255370"/>
            <a:chExt cx="3658591" cy="3712633"/>
          </a:xfrm>
        </p:grpSpPr>
        <p:sp>
          <p:nvSpPr>
            <p:cNvPr id="16" name="Rounded Rectangle 7"/>
            <p:cNvSpPr/>
            <p:nvPr userDrawn="1"/>
          </p:nvSpPr>
          <p:spPr>
            <a:xfrm rot="2743412">
              <a:off x="2570129" y="839249"/>
              <a:ext cx="1479455" cy="311698"/>
            </a:xfrm>
            <a:custGeom>
              <a:avLst/>
              <a:gdLst/>
              <a:ahLst/>
              <a:cxnLst/>
              <a:rect l="l" t="t" r="r" b="b"/>
              <a:pathLst>
                <a:path w="1313980" h="276835">
                  <a:moveTo>
                    <a:pt x="282631" y="184641"/>
                  </a:moveTo>
                  <a:cubicBezTo>
                    <a:pt x="292404" y="174868"/>
                    <a:pt x="305907" y="168823"/>
                    <a:pt x="320820" y="168822"/>
                  </a:cubicBezTo>
                  <a:lnTo>
                    <a:pt x="1281494" y="168822"/>
                  </a:lnTo>
                  <a:lnTo>
                    <a:pt x="1162861" y="276834"/>
                  </a:lnTo>
                  <a:lnTo>
                    <a:pt x="320820" y="276835"/>
                  </a:lnTo>
                  <a:cubicBezTo>
                    <a:pt x="290992" y="276835"/>
                    <a:pt x="266814" y="252656"/>
                    <a:pt x="266814" y="222829"/>
                  </a:cubicBezTo>
                  <a:cubicBezTo>
                    <a:pt x="266814" y="207915"/>
                    <a:pt x="272859" y="194413"/>
                    <a:pt x="282631" y="184641"/>
                  </a:cubicBezTo>
                  <a:close/>
                  <a:moveTo>
                    <a:pt x="15817" y="15819"/>
                  </a:moveTo>
                  <a:cubicBezTo>
                    <a:pt x="25590" y="6046"/>
                    <a:pt x="39091" y="1"/>
                    <a:pt x="54005" y="1"/>
                  </a:cubicBezTo>
                  <a:lnTo>
                    <a:pt x="1215638" y="0"/>
                  </a:lnTo>
                  <a:lnTo>
                    <a:pt x="1313980" y="108013"/>
                  </a:lnTo>
                  <a:lnTo>
                    <a:pt x="54005" y="108013"/>
                  </a:lnTo>
                  <a:cubicBezTo>
                    <a:pt x="24178" y="108013"/>
                    <a:pt x="0" y="83834"/>
                    <a:pt x="0" y="54007"/>
                  </a:cubicBezTo>
                  <a:cubicBezTo>
                    <a:pt x="0" y="39093"/>
                    <a:pt x="6044" y="25592"/>
                    <a:pt x="15817" y="15819"/>
                  </a:cubicBezTo>
                  <a:close/>
                </a:path>
              </a:pathLst>
            </a:custGeom>
            <a:solidFill>
              <a:schemeClr val="bg1">
                <a:alpha val="2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ounded Rectangle 3"/>
            <p:cNvSpPr/>
            <p:nvPr userDrawn="1"/>
          </p:nvSpPr>
          <p:spPr>
            <a:xfrm rot="2588287">
              <a:off x="4911045" y="3207276"/>
              <a:ext cx="1476662" cy="311697"/>
            </a:xfrm>
            <a:custGeom>
              <a:avLst/>
              <a:gdLst/>
              <a:ahLst/>
              <a:cxnLst/>
              <a:rect l="l" t="t" r="r" b="b"/>
              <a:pathLst>
                <a:path w="1311499" h="276834">
                  <a:moveTo>
                    <a:pt x="0" y="168822"/>
                  </a:moveTo>
                  <a:lnTo>
                    <a:pt x="1257493" y="168822"/>
                  </a:lnTo>
                  <a:cubicBezTo>
                    <a:pt x="1287320" y="168822"/>
                    <a:pt x="1311499" y="193001"/>
                    <a:pt x="1311499" y="222828"/>
                  </a:cubicBezTo>
                  <a:cubicBezTo>
                    <a:pt x="1311499" y="252655"/>
                    <a:pt x="1287320" y="276834"/>
                    <a:pt x="1257493" y="276834"/>
                  </a:cubicBezTo>
                  <a:lnTo>
                    <a:pt x="98341" y="276834"/>
                  </a:lnTo>
                  <a:close/>
                  <a:moveTo>
                    <a:pt x="13263" y="108012"/>
                  </a:moveTo>
                  <a:lnTo>
                    <a:pt x="131896" y="0"/>
                  </a:lnTo>
                  <a:lnTo>
                    <a:pt x="990679" y="0"/>
                  </a:lnTo>
                  <a:cubicBezTo>
                    <a:pt x="1020506" y="0"/>
                    <a:pt x="1044685" y="24179"/>
                    <a:pt x="1044685" y="54006"/>
                  </a:cubicBezTo>
                  <a:cubicBezTo>
                    <a:pt x="1044685" y="83833"/>
                    <a:pt x="1020506" y="108012"/>
                    <a:pt x="990679" y="108012"/>
                  </a:cubicBezTo>
                  <a:close/>
                </a:path>
              </a:pathLst>
            </a:custGeom>
            <a:solidFill>
              <a:schemeClr val="bg1">
                <a:alpha val="2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7" name="Group 6"/>
            <p:cNvGrpSpPr/>
            <p:nvPr userDrawn="1"/>
          </p:nvGrpSpPr>
          <p:grpSpPr>
            <a:xfrm>
              <a:off x="2987824" y="302237"/>
              <a:ext cx="3658591" cy="3665766"/>
              <a:chOff x="894913" y="1065128"/>
              <a:chExt cx="2420639" cy="2425386"/>
            </a:xfrm>
          </p:grpSpPr>
          <p:pic>
            <p:nvPicPr>
              <p:cNvPr id="8" name="Picture 7" descr="G:\002-KIMS BUSINESS\007-02-Googleslidesppt\02-GSppt-Contents-Kim\20170429\02-\item02.pn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44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004758">
                <a:off x="963129" y="1820488"/>
                <a:ext cx="1630218" cy="170983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4" descr="G:\002-KIMS BUSINESS\007-02-Googleslidesppt\02-GSppt-Contents-Kim\20170429\02-\item02.png"/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569023">
                <a:off x="1645526" y="1354124"/>
                <a:ext cx="1630218" cy="170983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" name="Oval 11"/>
              <p:cNvSpPr/>
              <p:nvPr/>
            </p:nvSpPr>
            <p:spPr>
              <a:xfrm>
                <a:off x="1115616" y="1539635"/>
                <a:ext cx="1616891" cy="161689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3" name="Picture 4" descr="G:\002-KIMS BUSINESS\007-02-Googleslidesppt\02-GSppt-Contents-Kim\20170429\02-\item02.pn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brightnessContrast bright="44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3475233">
                <a:off x="894913" y="1065128"/>
                <a:ext cx="1630218" cy="170983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" name="Oval 18"/>
            <p:cNvSpPr/>
            <p:nvPr userDrawn="1"/>
          </p:nvSpPr>
          <p:spPr>
            <a:xfrm>
              <a:off x="3452395" y="1155308"/>
              <a:ext cx="2188355" cy="2188355"/>
            </a:xfrm>
            <a:prstGeom prst="ellipse">
              <a:avLst/>
            </a:prstGeom>
            <a:noFill/>
            <a:ln w="158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392288" y="2283718"/>
            <a:ext cx="2359424" cy="57606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baseline="0">
                <a:solidFill>
                  <a:schemeClr val="accent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Welcome!!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3392140" y="2859781"/>
            <a:ext cx="2359424" cy="57606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 b="0" baseline="0">
                <a:solidFill>
                  <a:schemeClr val="accent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21661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57120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99542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3694627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23528" y="123478"/>
            <a:ext cx="8820472" cy="576064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323528" y="699542"/>
            <a:ext cx="8820472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2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845489-B228-40CA-99BD-CBA41EE6F99E}"/>
              </a:ext>
            </a:extLst>
          </p:cNvPr>
          <p:cNvSpPr/>
          <p:nvPr userDrawn="1"/>
        </p:nvSpPr>
        <p:spPr>
          <a:xfrm>
            <a:off x="0" y="1059582"/>
            <a:ext cx="9144000" cy="40839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904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1619672" y="123478"/>
            <a:ext cx="7524328" cy="576064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1619672" y="699542"/>
            <a:ext cx="7524328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2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074184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s and Contents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563888" y="627534"/>
            <a:ext cx="1296144" cy="129614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3563888" y="2031690"/>
            <a:ext cx="1296144" cy="129614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3563888" y="3435846"/>
            <a:ext cx="1296144" cy="1296144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76077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0000" anchor="t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400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83768" y="303498"/>
            <a:ext cx="1944216" cy="45365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4676775" y="303498"/>
            <a:ext cx="1944216" cy="45365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0389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4247964" y="339502"/>
            <a:ext cx="1944216" cy="44644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6444448" y="2774906"/>
            <a:ext cx="2304016" cy="20290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395536" y="2774906"/>
            <a:ext cx="3600160" cy="20290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96812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/>
          <p:cNvSpPr/>
          <p:nvPr userDrawn="1"/>
        </p:nvSpPr>
        <p:spPr>
          <a:xfrm rot="10800000">
            <a:off x="6804000" y="1"/>
            <a:ext cx="2340000" cy="23400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424595" y="286544"/>
            <a:ext cx="2160000" cy="2160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260726" y="1476772"/>
            <a:ext cx="2160000" cy="2160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5424595" y="2662808"/>
            <a:ext cx="2160000" cy="2160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588464" y="1476772"/>
            <a:ext cx="2160000" cy="2160000"/>
          </a:xfrm>
          <a:prstGeom prst="diamond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4" name="Right Triangle 13"/>
          <p:cNvSpPr/>
          <p:nvPr userDrawn="1"/>
        </p:nvSpPr>
        <p:spPr>
          <a:xfrm>
            <a:off x="0" y="2803500"/>
            <a:ext cx="2340000" cy="23400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10269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2591944" y="0"/>
            <a:ext cx="1980056" cy="17387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4752184" y="0"/>
            <a:ext cx="1980056" cy="17387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7" hasCustomPrompt="1"/>
          </p:nvPr>
        </p:nvSpPr>
        <p:spPr>
          <a:xfrm>
            <a:off x="6912424" y="0"/>
            <a:ext cx="1980056" cy="17387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8" hasCustomPrompt="1"/>
          </p:nvPr>
        </p:nvSpPr>
        <p:spPr>
          <a:xfrm>
            <a:off x="2591944" y="3404720"/>
            <a:ext cx="1980056" cy="17387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9" hasCustomPrompt="1"/>
          </p:nvPr>
        </p:nvSpPr>
        <p:spPr>
          <a:xfrm>
            <a:off x="4752184" y="3404720"/>
            <a:ext cx="1980056" cy="17387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20" hasCustomPrompt="1"/>
          </p:nvPr>
        </p:nvSpPr>
        <p:spPr>
          <a:xfrm>
            <a:off x="6912424" y="3404720"/>
            <a:ext cx="1980056" cy="17387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63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81632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757696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0" y="2787774"/>
            <a:ext cx="9144000" cy="23557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2" descr="D:\Fullppt\005-PNG이미지\노트북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896" y="1095375"/>
            <a:ext cx="6011911" cy="3057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283453" y="1491630"/>
            <a:ext cx="2834003" cy="211421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649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s and Contents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81632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757696"/>
            <a:ext cx="9144000" cy="28803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pic>
        <p:nvPicPr>
          <p:cNvPr id="5" name="Picture 2" descr="D:\KBM-정애\014-Fullppt\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286352"/>
            <a:ext cx="3672408" cy="3661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771161" y="1446782"/>
            <a:ext cx="3325137" cy="232379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59670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3377124" y="506011"/>
            <a:ext cx="2376264" cy="4104459"/>
            <a:chOff x="2627784" y="1825002"/>
            <a:chExt cx="1198166" cy="2069560"/>
          </a:xfrm>
        </p:grpSpPr>
        <p:sp>
          <p:nvSpPr>
            <p:cNvPr id="7" name="Rounded Rectangle 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2" name="Oval 11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3" name="Rounded Rectangle 12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</p:grpSp>
      <p:sp>
        <p:nvSpPr>
          <p:cNvPr id="14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3526032" y="843558"/>
            <a:ext cx="2091935" cy="329854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5545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843808" y="0"/>
            <a:ext cx="6300192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2843808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26227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467544" y="0"/>
            <a:ext cx="3312368" cy="13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67544" y="3795886"/>
            <a:ext cx="3312368" cy="13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467544" y="1491630"/>
            <a:ext cx="3312368" cy="216024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24153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grpSp>
        <p:nvGrpSpPr>
          <p:cNvPr id="5" name="Group 4"/>
          <p:cNvGrpSpPr/>
          <p:nvPr userDrawn="1"/>
        </p:nvGrpSpPr>
        <p:grpSpPr>
          <a:xfrm>
            <a:off x="354008" y="1131589"/>
            <a:ext cx="2849840" cy="3649171"/>
            <a:chOff x="354008" y="1131589"/>
            <a:chExt cx="2849840" cy="3649171"/>
          </a:xfrm>
        </p:grpSpPr>
        <p:sp>
          <p:nvSpPr>
            <p:cNvPr id="6" name="Rounded Rectangle 5"/>
            <p:cNvSpPr/>
            <p:nvPr/>
          </p:nvSpPr>
          <p:spPr>
            <a:xfrm>
              <a:off x="354008" y="1131589"/>
              <a:ext cx="2849840" cy="3649171"/>
            </a:xfrm>
            <a:prstGeom prst="roundRect">
              <a:avLst>
                <a:gd name="adj" fmla="val 3968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31932" y="1347500"/>
              <a:ext cx="108520" cy="324047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11"/>
            <p:cNvSpPr/>
            <p:nvPr/>
          </p:nvSpPr>
          <p:spPr>
            <a:xfrm rot="5400000">
              <a:off x="2592642" y="1238201"/>
              <a:ext cx="502331" cy="502331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1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818220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Layou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707904" y="2253238"/>
            <a:ext cx="5436096" cy="47357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3600" b="0" baseline="0">
                <a:solidFill>
                  <a:schemeClr val="bg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SECTION BREAK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3707904" y="2726814"/>
            <a:ext cx="5436096" cy="288032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4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1359273" y="1356135"/>
            <a:ext cx="2420639" cy="2425386"/>
            <a:chOff x="894913" y="1065128"/>
            <a:chExt cx="2420639" cy="2425386"/>
          </a:xfrm>
        </p:grpSpPr>
        <p:pic>
          <p:nvPicPr>
            <p:cNvPr id="5" name="Picture 4" descr="G:\002-KIMS BUSINESS\007-02-Googleslidesppt\02-GSppt-Contents-Kim\20170429\02-\item02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44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004758">
              <a:off x="963129" y="1820488"/>
              <a:ext cx="1630218" cy="1709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4" descr="G:\002-KIMS BUSINESS\007-02-Googleslidesppt\02-GSppt-Contents-Kim\20170429\02-\item02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569023">
              <a:off x="1645526" y="1354124"/>
              <a:ext cx="1630218" cy="1709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Oval 6"/>
            <p:cNvSpPr/>
            <p:nvPr/>
          </p:nvSpPr>
          <p:spPr>
            <a:xfrm>
              <a:off x="1115616" y="1539635"/>
              <a:ext cx="1616891" cy="16168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Picture 4" descr="G:\002-KIMS BUSINESS\007-02-Googleslidesppt\02-GSppt-Contents-Kim\20170429\02-\item02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44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3475233">
              <a:off x="894913" y="1065128"/>
              <a:ext cx="1630218" cy="1709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7382354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683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7555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52" r:id="rId3"/>
    <p:sldLayoutId id="2147483660" r:id="rId4"/>
    <p:sldLayoutId id="2147483662" r:id="rId5"/>
    <p:sldLayoutId id="2147483665" r:id="rId6"/>
    <p:sldLayoutId id="2147483666" r:id="rId7"/>
    <p:sldLayoutId id="2147483663" r:id="rId8"/>
    <p:sldLayoutId id="2147483664" r:id="rId9"/>
    <p:sldLayoutId id="2147483667" r:id="rId10"/>
    <p:sldLayoutId id="2147483668" r:id="rId11"/>
    <p:sldLayoutId id="2147483655" r:id="rId12"/>
    <p:sldLayoutId id="2147483669" r:id="rId13"/>
    <p:sldLayoutId id="2147483670" r:id="rId14"/>
    <p:sldLayoutId id="2147483671" r:id="rId15"/>
    <p:sldLayoutId id="2147483656" r:id="rId16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471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over and End Slide Master">
  <a:themeElements>
    <a:clrScheme name="ALLPPT-COLOR-A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57A7BD"/>
      </a:accent1>
      <a:accent2>
        <a:srgbClr val="69B6CC"/>
      </a:accent2>
      <a:accent3>
        <a:srgbClr val="57A7BD"/>
      </a:accent3>
      <a:accent4>
        <a:srgbClr val="69B6CC"/>
      </a:accent4>
      <a:accent5>
        <a:srgbClr val="57A7BD"/>
      </a:accent5>
      <a:accent6>
        <a:srgbClr val="69B6CC"/>
      </a:accent6>
      <a:hlink>
        <a:srgbClr val="3F3F3F"/>
      </a:hlink>
      <a:folHlink>
        <a:srgbClr val="3F3F3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57A7BD"/>
      </a:accent1>
      <a:accent2>
        <a:srgbClr val="69B6CC"/>
      </a:accent2>
      <a:accent3>
        <a:srgbClr val="57A7BD"/>
      </a:accent3>
      <a:accent4>
        <a:srgbClr val="69B6CC"/>
      </a:accent4>
      <a:accent5>
        <a:srgbClr val="57A7BD"/>
      </a:accent5>
      <a:accent6>
        <a:srgbClr val="69B6CC"/>
      </a:accent6>
      <a:hlink>
        <a:srgbClr val="3F3F3F"/>
      </a:hlink>
      <a:folHlink>
        <a:srgbClr val="3F3F3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2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57A7BD"/>
      </a:accent1>
      <a:accent2>
        <a:srgbClr val="69B6CC"/>
      </a:accent2>
      <a:accent3>
        <a:srgbClr val="57A7BD"/>
      </a:accent3>
      <a:accent4>
        <a:srgbClr val="69B6CC"/>
      </a:accent4>
      <a:accent5>
        <a:srgbClr val="57A7BD"/>
      </a:accent5>
      <a:accent6>
        <a:srgbClr val="69B6CC"/>
      </a:accent6>
      <a:hlink>
        <a:srgbClr val="3F3F3F"/>
      </a:hlink>
      <a:folHlink>
        <a:srgbClr val="3F3F3F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2137</TotalTime>
  <Words>2642</Words>
  <Application>Microsoft Office PowerPoint</Application>
  <PresentationFormat>화면 슬라이드 쇼(16:9)</PresentationFormat>
  <Paragraphs>343</Paragraphs>
  <Slides>36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36</vt:i4>
      </vt:variant>
    </vt:vector>
  </HeadingPairs>
  <TitlesOfParts>
    <vt:vector size="44" baseType="lpstr">
      <vt:lpstr>Arial Unicode MS</vt:lpstr>
      <vt:lpstr>맑은 고딕</vt:lpstr>
      <vt:lpstr>Arial</vt:lpstr>
      <vt:lpstr>Calibri</vt:lpstr>
      <vt:lpstr>Wingdings</vt:lpstr>
      <vt:lpstr>Cover and End Slide Master</vt:lpstr>
      <vt:lpstr>Contents Slide Master</vt:lpstr>
      <vt:lpstr>Section Break Slide Master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WIN7</cp:lastModifiedBy>
  <cp:revision>98</cp:revision>
  <dcterms:created xsi:type="dcterms:W3CDTF">2016-12-05T23:26:54Z</dcterms:created>
  <dcterms:modified xsi:type="dcterms:W3CDTF">2018-07-17T03:03:24Z</dcterms:modified>
</cp:coreProperties>
</file>